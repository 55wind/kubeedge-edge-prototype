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8EA9DB"/>
                </a:solidFill>
                <a:latin typeface="맑은 고딕"/>
                <a:ea typeface="맑은 고딕"/>
              </a:rPr>
              <a:t>ETRI AI_EDGE 2차년도</a:t>
            </a:r>
          </a:p>
          <a:p>
            <a:r>
              <a:rPr sz="3600" b="1" i="0">
                <a:solidFill>
                  <a:srgbClr val="FFFFFF"/>
                </a:solidFill>
                <a:latin typeface="맑은 고딕"/>
                <a:ea typeface="맑은 고딕"/>
              </a:rPr>
              <a:t>수행항목-해결방안 매핑 결과보고</a:t>
            </a:r>
          </a:p>
          <a:p>
            <a:r>
              <a:rPr sz="1600" b="0" i="0">
                <a:solidFill>
                  <a:srgbClr val="D9D9D9"/>
                </a:solidFill>
                <a:latin typeface="맑은 고딕"/>
                <a:ea typeface="맑은 고딕"/>
              </a:rPr>
              <a:t>보안 코어 모듈(EAM: Edge Auth Manager) 구현 산출물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348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상명대학교</a:t>
            </a:r>
          </a:p>
          <a:p>
            <a:r>
              <a:rPr sz="1400" b="0" i="0">
                <a:solidFill>
                  <a:srgbClr val="8EA9DB"/>
                </a:solidFill>
                <a:latin typeface="맑은 고딕"/>
                <a:ea typeface="맑은 고딕"/>
              </a:rPr>
              <a:t>2026-08-03</a:t>
            </a:r>
          </a:p>
          <a:p>
            <a:r>
              <a:rPr sz="1100" b="0" i="0">
                <a:solidFill>
                  <a:srgbClr val="D9D9D9"/>
                </a:solidFill>
                <a:latin typeface="맑은 고딕"/>
                <a:ea typeface="맑은 고딕"/>
              </a:rPr>
              <a:t>저장소: logperch - 소스 포함 완전체 산출물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2차년도 수행 범위 재정리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핵심 보안 기능 중심으로 재집중 (ETRI 2026-06-17 킥오프 회의록 기준)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핵심 보안 4대 기능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2377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5266944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디바이스 등록(Registration) - bootstrap token + CSR -&gt; X.509 발급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통신 인증(Authentication) - mTLS(클라이언트 인증서) + Bearer JWT(RS256)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AAA - Authentication / Authorization(RBAC) / Accounting(감사로그)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데이터 전송 보안 - TLS 채널 + JWS(RS256) 페이로드 서명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★핵심 수행항목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05272" cy="2377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472184"/>
            <a:ext cx="5385816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수행항목 3: 대규모(1,000기) 디바이스 인증 AAA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담당: 박건우 · 홍승우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1,000기 동시 인증 스톰 SLA 실측 기반 외삽 검증(슬라이드 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77639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977639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범위 조정 메모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43399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98263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장애 인지·자동 복구는 2차년도 필수 범위에서 제외하고, 시연용 최소 수준(예: 정식 인증 실패 401 거부 + 감사기록)으로만 다룬다.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프레임워크(KubeEdge/ETRI 플랫폼) 전체 통합은 3차년도 이관 또는 타 기관 연계 항목으로 조정하고, 본 저장소는 보안 코어 모듈의 REST API 계약(통합 지점)까지 제공한다.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근거: ETRI 2026-06-17 킥오프 회의록 - 상명대(서대희 교수·김원빈 연구교수·박건우·김도현) / ETRI(나갑주 팀장·김선형·정진욱) 참석.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1차년도 -&gt; 2차년도 업그레이드 개요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출처: README.md '1차년도 대비 변경 요약'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55448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51560"/>
            <a:ext cx="1408176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051560"/>
            <a:ext cx="470916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84832" y="1051560"/>
            <a:ext cx="4562856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1차년도 (prototype-y1/)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0840" y="1051560"/>
            <a:ext cx="5010912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93992" y="1051560"/>
            <a:ext cx="4864608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2차년도 (본 repo)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9047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보안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46304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4832" y="149047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인증/인가 없음, RabbitMQ 평문 비밀번호 관행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46304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149047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X.509 PKI + mTLS + JWT(RS256) + RBAC + JWS 서명 + 감사로그 전면 도입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028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26771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비밀 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24028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226771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매니페스트에 비밀번호 하드코딩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224028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26771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배포 스크립트가 openssl rand로 매 배포 시 Secret 생성, 저장소에 비밀값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04495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통신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01752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4832" y="304495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프로토타입 수준, 별도 AAA 계층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01752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304495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제어(KubeEdge 채널) / 데이터·인증(REST+mTLS+JWT) 하이브리드 분리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382219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네트워크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379476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84832" y="382219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고정 IP 하드코딩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79476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82219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__CLOUD_IP__ 플레이스홀더 + 게이트웨이/사설IP 집선 구조(src/eam/gateway)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57200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59943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성능 검증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457200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4832" y="459943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별도 벤치마크 없음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457200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93992" y="459943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bench/ N-스윕 실측 + M/M/c 외삽 모델로 1,000기 SLA 정량 검증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4924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537667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시연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0" y="534924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4832" y="537667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K8s 환경 시연만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20840" y="534924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3992" y="537667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로컬(클러스터 불필요) + K8s 실환경, 보안 적용 전/후 비교 데모 2경로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시스템 아키텍처 - 4계층 보안 흐름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Device - Agent - Manager - Backend (출처: docs/05-kubeedge-integration.md)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2148840" cy="192024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Device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온디바이스 센서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(가상/실)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965960"/>
            <a:ext cx="2331720" cy="192024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Agent (엣지)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EdgeAgent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enroll/get_token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send_telemetry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965960"/>
            <a:ext cx="2651760" cy="192024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Manager (클라우드 코어)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X.509 CA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RBAC 인가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SQLite Audit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1965960"/>
            <a:ext cx="2313432" cy="192024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Backend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대시보드/감사 소비자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GET /audit, /devices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06040" y="2926080"/>
            <a:ext cx="64008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77840" y="2926080"/>
            <a:ext cx="59436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823960" y="2926080"/>
            <a:ext cx="59436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6888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X.509 enroll
(CSR)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mTLS+JWT / JWS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audit 조회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4434840"/>
            <a:ext cx="2331720" cy="118872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Gateway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사설IP 하위 Device 집선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배치 업링크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34840"/>
            <a:ext cx="2148840" cy="1188720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SubDevice 다수
(사설망, 비공인 IP)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06040" y="5029200"/>
            <a:ext cx="64008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389120" y="3886200"/>
            <a:ext cx="2560320" cy="548640"/>
          </a:xfrm>
          <a:prstGeom prst="bentConnector3">
            <a:avLst/>
          </a:prstGeom>
          <a:ln w="19050">
            <a:solidFill>
              <a:srgbClr val="8EA9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0560" y="4023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5490"/>
                </a:solidFill>
                <a:latin typeface="맑은 고딕"/>
                <a:ea typeface="맑은 고딕"/>
              </a:rPr>
              <a:t>{gateway_id, batch:[...]} - 단일 mTLS 업링크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1. K8s(KubeEdge) 구동·성능 (1,000기 지연 검증)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K8s(KubeEdge) 환경에서 1,000기 규모 디바이스 운용 시 지연시간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N=10~200 실측(enroll/auth/telemetry) 후 M/M/c 대기행렬로 1,000기 외삽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토큰 캐시·게이트웨이 집선·세션 재사용으로 인증 스톰 부하 자체를 완화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k8s/*.yaml, deploy/demo-setup-v2.sh, bench/run_bench.py, bench/model.py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docs/06-performance-plan.md, docs/perf/PERFORMANCE_REPORT.md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tests/test_manifests.py, tests/test_bench_model.py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deploy/demo-setup-v2.sh(K8s 실환경) / bench/run_bench.py &amp;&amp; python bench/report.py(실측 재현)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(K8s 실환경은 Multipass 필요)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2. 미들웨어 통신 방식 결정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KubeEdge 채널 기반 vs 별도 프로토콜(HTTPS/AMQP) 통신 방식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하이브리드 채택 - 제어(파드 스케줄링)는 KubeEdge 채널,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데이터·인증(등록/AAA/텔레메트리)은 별도 mTLS REST 채널로 분리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src/eam/manager/app.py(REST API), k8s/rabbitmq.yaml(선택적 대안, 미사용)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docs/01-comm-method-decision.md, docs/02-manager-coexistence.md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tests/test_manager_api.py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해당 없음 (설계 결정 문서)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구현완료(하이브리드 구조로 반영) + 문서화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3. 대규모(1,000기) 디바이스 인증 AAA ★핵심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1,000기 규모 디바이스에 대한 인증·인가·감사(AAA) 체계 구축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X.509 PKI + mTLS + Bearer JWT(RS256) + RBAC + JWS 페이로드 서명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+ SQLite 감사로그(모든 인증/인가 이벤트 기록)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src/eam/common/{pki,jws,audit}.py, src/eam/manager/{app,ca,rbac,store,schemas}.py, src/eam/simulator/{fleet,vdevice}.py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docs/04-rnr-interface.md, docs/06-performance-plan.md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test_pki/test_jws/test_audit/test_manager_api/test_rbac/test_simulator.py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python -m eam.simulator.fleet --n 200(실측), demo/run_demo.py(AAA 흐름 시연)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 |  담당: 박건우 · 홍승우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4. KubeEdge 연동 구조 적용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KubeEdge CloudCore-EdgeCore 구조 위에 4계층 보안 흐름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제어 평면(CloudHub-EdgeHub)은 그대로 유지, 그 위에 독립적인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REST+mTLS+JWT/JWS AAA 계층으로 Device-Agent-Manager-Backend 4계층 관통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k8s/{manager,agent-edge1,agent-edge2,gateway,namespace}.yaml, deploy/demo-setup-v2.sh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docs/05-kubeedge-integration.md (4계층 흐름도 mermaid 포함)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deploy/demo-setup-v2.sh + demo/DEMO_SCENARIO.md §2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(K8s 실환경 Multipass 필요, 로컬은 즉시)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5. 네트워크 구성·주소 체계 (공인 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공인 IP 직접 연결 vs 게이트웨이/사설 IP 네트워크 주소 체계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권고: 게이트웨이 + 사설 IP - 공격표면 축소, 등록단위 축소, 사설 IP 재사용,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Manager 동시 인증 부하 완화(4축 비교 모두 우위)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src/eam/gateway/gateway.py, k8s/gateway.yaml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docs/03-network-addressing.md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tests/test_gateway.py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demo/DEMO_SCENARIO.md §2.2 (게이트웨이 집선 확인)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6. 보안 모듈-프레임워크 R&amp;R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상명대 보안 코어 모듈과 ETRI 프레임워크 간 역할·책임(R&amp;R) 및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연동 인터페이스 정의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상명대 = 보안 코어(EAM) 제공자, ETRI = KubeEdge 플랫폼·상위 앱 제공자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Manager REST API(/api/v1/*) + 인증서/JWT 신뢰 루트만이 유일한 통합 지점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src/eam/manager/app.py(공개 계약), src/eam/manager/schemas.py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docs/04-rnr-interface.md (엔드포인트 표, 인증서 프로파일, JWT 클레임 규격)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tests/test_manager_api.py (엔드포인트 계약 검증)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해당 없음 (문서 산출물)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문서화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7. 시연 (보안 적용 전·후 비교)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보안 적용 전 상태와 적용 후 상태를 대조하는 시연 시나리오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INSECURE_MODE 스위치로 동일 Manager를 두 번 기동해 전/후를 완전히 분리·재현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감사(accounting)는 모드와 무관하게 항상 기록 -&gt; 같은 로그에서 비교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demo/run_demo.py, src/eam/manager/app.py(INSECURE_MODE)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demo/DEMO_SCENARIO.md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 (run_demo.py --fast exit 0 검증 포함)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python demo/run_demo.py / --fast, K8s: kubectl set env ... INSECURE_MODE=true|false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(로컬 검증 완료: exit 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1,000기 성능 검증 결과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실측(N=10~200) 기반 M/M/c 외삽 - 출처: docs/perf/PERFORMANCE_REPORT.md</a:t>
            </a:r>
          </a:p>
        </p:txBody>
      </p:sp>
      <p:pic>
        <p:nvPicPr>
          <p:cNvPr id="4" name="Picture 3" descr="p95_latency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212080" cy="3474720"/>
          </a:xfrm>
          <a:prstGeom prst="rect">
            <a:avLst/>
          </a:prstGeom>
        </p:spPr>
      </p:pic>
      <p:pic>
        <p:nvPicPr>
          <p:cNvPr id="5" name="Picture 4" descr="throughput_vs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051560"/>
            <a:ext cx="521208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auth-only p95 지연시간 vs 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4572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auth-only 처리량 vs 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92040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1,000기 외삽 결론 (M/M/c, 단일 워커 c=1)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257800"/>
            <a:ext cx="11274552" cy="1234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312664"/>
            <a:ext cx="11055096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실측 단일 워커 서비스율 μ = 23.76 auth/s (N=25 auth-only 버스트 최댓값)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1,000기 60초 내 동시 재인증 스톰 -&gt; 유틸라이제이션 ρ = 0.70 (안정)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대기시간(Wq): 평균 99.0ms / p95 372.6ms / p99 599.6ms (목표 SLA p95&lt;1.0s 충족)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권장 레플리카 수: 1대 (단일 인스턴스로 목표 SLA 충족)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참고: 실측 auth p95 @ N=200 = 534.1ms (측정 최대 N에서의 실측치)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시연 시나리오 - 보안 적용 전·후 비교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출처: demo/DEMO_SCENARIO.md (수행항목 4·7)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51560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1단계 (BEFORE)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1051560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097280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Manager를 INSECURE_MODE=true로 기동 - 등록/인증 없이 임의 device_id로 텔레메트리 직접 POST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HTTP 200 {status: accepted} - 누구나 데이터를 주입할 수 있는 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21992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221992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2단계-a (AFTER, 거부)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2032" y="2221992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2267712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동일 Manager를 INSECURE_MODE=false로 재기동 후 똑같은 미인증 요청 재현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HTTP 401 즉시 거부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92424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392424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2단계-b (AFTER, 정상흐름)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3392424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438144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정식 디바이스: CSR 등록 -&gt; 인증서 발급 -&gt; Bearer JWT 발급 -&gt; JWS 서명 텔레메트리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정식 절차를 거친 디바이스만 통과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62856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562856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3단계 (감사 확인)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2032" y="4562856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4608576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감사로그(audit log) tail 출력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미인증 요청도 401로 즉시 감사되고, 정식 디바이스의 register/auth_success/telemetry_accept 이벤트가 모두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79008"/>
            <a:ext cx="112745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로컬: python demo/run_demo.py [--fast]  |  K8s: kubectl set env deployment/manager -n edge-auth INSECURE_MODE=true|false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향후 계획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3차년도 이관 항목 및 ETRI 협의 항목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3차년도 이관 / 확장 검토 항목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4663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5266944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장애 인지·자동 복구 - 2차년도는 시연용 최소 수준(401 거부+감사)만 제공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프레임워크(KubeEdge/ETRI 플랫폼) 전체 통합 - 3차년도 또는 타 기관 연계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실네트워크/K8s 환경 재측정 (현재 μ=23.76 auth/s는 in-process ASGI 기준)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uvicorn 다중 워커 + SQLite -&gt; 다른 저장소 전환 (레플리카 확장 시 락 경합 대응)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CA 계층 구조 - 다기관 연동 시 Intermediate CA 필요 여부 결정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인증서/키 영속화 - emptyDir -&gt; PVC 또는 KMS/HSM 연동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RabbitMQ 등 비동기 채널 채택 여부, EdgeMesh 도입 검토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auth/token 키 소지 증명(서명 nonce 챌린지) - 현재는 인증서 제시만 검증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RBAC default-deny 전환 - 미등재 엔드포인트의 암묵적 허용 제거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• JWS freshness(재전송 방지) - 텔레메트리 서명에 타임스탬프/nonce 검증 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ETRI 협의 필요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05272" cy="4663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472184"/>
            <a:ext cx="5385816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mTLS 종단 위치 - 리버스 프록시/Ingress 실제 구성 확정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다수 Manager 트래픽 라우팅 - site/group 샤딩 규칙의 실배포 토폴로지 매핑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목표 SLA 재정의 - 현재 Wq p95&lt;1.0s는 임의 설정값, 실제 요구사항 확정 필요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1,000기 규모 실증 테스트베드 - 물리/가상 디바이스 자원 배정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회의 참석: 상명대(서대희 교수·김원빈 연구교수·박건우·김도현) / ETRI(나갑주 팀장·김선형·정진욱)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